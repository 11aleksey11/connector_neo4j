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4" r:id="rId10"/>
    <p:sldId id="262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" y="-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028800-581F-9F3E-E90C-CBF581C36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0F6984-FF26-5AE7-D2C9-AF119AAE2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944C08-6CB7-D928-B0C8-746D985A7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251B-C240-49A4-99A9-F12A7D8A6775}" type="datetimeFigureOut">
              <a:rPr lang="ru-RU" smtClean="0"/>
              <a:t>10.03.2023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D05B38-495F-E250-4A1F-183B23783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7CE48B-2891-389B-4AF5-6FEDB09E3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8EC7-FBF0-4D97-89C8-475308C8A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111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E15EB5-A05F-BA72-988E-190EC72A4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18A71D-BCF2-05F3-BDA0-A22CBE0A8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417DC4-545A-C6C6-79A1-029DBCFF7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251B-C240-49A4-99A9-F12A7D8A6775}" type="datetimeFigureOut">
              <a:rPr lang="ru-RU" smtClean="0"/>
              <a:t>10.03.2023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70E59F-A2A9-25EA-D892-A1732212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F7981D-CAD3-79AF-6102-F63673931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8EC7-FBF0-4D97-89C8-475308C8A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0811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8090B2-DF0F-92AD-4A56-F3F1EAF61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C2EBD6-6290-F48D-479A-A850770FA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E437D8-4B83-A5B3-C4DE-C77C5A367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251B-C240-49A4-99A9-F12A7D8A6775}" type="datetimeFigureOut">
              <a:rPr lang="ru-RU" smtClean="0"/>
              <a:t>10.03.2023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EB7F90-4F58-E2FD-89F6-FED2B689D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53B84-F4EF-5AA6-F763-2C7BA6A21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8EC7-FBF0-4D97-89C8-475308C8A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153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8E1E6-DA03-74A4-959A-BA39C8F39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256F6C-4E68-6B30-F6E3-F4D7A1C832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9442A1-2F06-3567-3D66-55E917D26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295023-70D1-FCDB-320D-0BCDA430E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251B-C240-49A4-99A9-F12A7D8A6775}" type="datetimeFigureOut">
              <a:rPr lang="ru-RU" smtClean="0"/>
              <a:t>10.03.2023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623594-006B-2129-5209-537FF2D37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B49E00-4CFC-D6AD-69B6-B75EC6C63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8EC7-FBF0-4D97-89C8-475308C8A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152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E934D-7E85-735A-A814-C52F11E0B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E3EEF4-B27A-0916-EC61-471C0FD72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4D3AB8-2C6F-7226-7913-3ECAEA201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83F4F7A-7832-2F8C-7593-A9831BF4C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BBCB68-F6F7-663B-1759-CE69E8BDE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F6F2F3E-9066-B59E-4520-E2633637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251B-C240-49A4-99A9-F12A7D8A6775}" type="datetimeFigureOut">
              <a:rPr lang="ru-RU" smtClean="0"/>
              <a:t>10.03.2023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501ED24-3B8A-266E-1C6A-D5BEFF2B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8C5BF0-B479-35E2-1CDC-C30A6CB47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8EC7-FBF0-4D97-89C8-475308C8A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890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7F2DD5-92F0-4FFB-9840-70F345C2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CBB8FC8-B436-20B9-58D4-0DF35E7C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251B-C240-49A4-99A9-F12A7D8A6775}" type="datetimeFigureOut">
              <a:rPr lang="ru-RU" smtClean="0"/>
              <a:t>10.03.2023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E6569AA-DDBD-3C0A-445A-3335EB599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18266D-59D8-D500-F58D-6F18CAA59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8EC7-FBF0-4D97-89C8-475308C8A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34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A51F1B-7E2A-0C1B-C511-62558E04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251B-C240-49A4-99A9-F12A7D8A6775}" type="datetimeFigureOut">
              <a:rPr lang="ru-RU" smtClean="0"/>
              <a:t>10.03.2023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46416A7-2560-A029-B07A-EC270C63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280FE6-2A98-3398-3C32-418DA7FC5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8EC7-FBF0-4D97-89C8-475308C8A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995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14F337-1883-BB72-0455-D346702BC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B8E7B1-CEFD-57E8-A55B-50F2E59C1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1929FA-7890-108F-266E-884F21881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078774-C861-6440-BC28-DA24B66B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251B-C240-49A4-99A9-F12A7D8A6775}" type="datetimeFigureOut">
              <a:rPr lang="ru-RU" smtClean="0"/>
              <a:t>10.03.2023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737DE0-D5B2-1393-1298-FDC09C6E5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D755A5-F447-F351-5490-8C9045751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8EC7-FBF0-4D97-89C8-475308C8A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04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49E1D-F685-09D9-2606-0DFFBED2D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71DCBFA-DAA2-4FD9-FAAD-160556A871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8229DF-1CF3-A3C3-B465-3221F390D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45DFE1-3752-0E7D-807D-053A3914B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251B-C240-49A4-99A9-F12A7D8A6775}" type="datetimeFigureOut">
              <a:rPr lang="ru-RU" smtClean="0"/>
              <a:t>10.03.2023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0D4B89-65B8-DC75-15AF-877CDE6AB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8D64EF-6BBE-26A8-75CC-135C98B6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8EC7-FBF0-4D97-89C8-475308C8A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6373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39945-899C-8374-3BC6-206A3E041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F4DE5A-D18E-720A-351B-7B1535597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F5D89F-367C-6CF1-E02B-02FD29F46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251B-C240-49A4-99A9-F12A7D8A6775}" type="datetimeFigureOut">
              <a:rPr lang="ru-RU" smtClean="0"/>
              <a:t>10.03.2023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31DC2E-2569-2E2A-BF36-03583E9D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11F352-1038-027D-6C1E-EF68E739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8EC7-FBF0-4D97-89C8-475308C8A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143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19B213-69BC-6E15-E750-E5BE5CC073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C6C926-55C0-DEF6-0F82-D9506E957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08087-21CF-002E-C6A7-D9020BA49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251B-C240-49A4-99A9-F12A7D8A6775}" type="datetimeFigureOut">
              <a:rPr lang="ru-RU" smtClean="0"/>
              <a:t>10.03.2023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ED1A06-50BF-824D-117D-216E36C24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9EFE87-BD75-C320-8D59-241243D18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8EC7-FBF0-4D97-89C8-475308C8A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363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9CE761-FA3A-C2E1-6F1F-4FC8D0B5E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34424A-A18B-F462-6C71-8E857B33A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0E9E1-1C03-C62F-F330-7984B2F3C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9251B-C240-49A4-99A9-F12A7D8A6775}" type="datetimeFigureOut">
              <a:rPr lang="ru-RU" smtClean="0"/>
              <a:t>10.03.2023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4C5289-4054-2648-3036-B88BC46AB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033613-31AE-D3AC-6655-EDD23AFF8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88EC7-FBF0-4D97-89C8-475308C8A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415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97D71-AB0D-C58F-61F5-6CAE7DB8A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15869"/>
            <a:ext cx="9144000" cy="613131"/>
          </a:xfrm>
        </p:spPr>
        <p:txBody>
          <a:bodyPr>
            <a:normAutofit/>
          </a:bodyPr>
          <a:lstStyle/>
          <a:p>
            <a:r>
              <a:rPr lang="ru-RU" sz="2000" b="1" i="1" dirty="0"/>
              <a:t>Тестовое задание</a:t>
            </a:r>
          </a:p>
        </p:txBody>
      </p:sp>
    </p:spTree>
    <p:extLst>
      <p:ext uri="{BB962C8B-B14F-4D97-AF65-F5344CB8AC3E}">
        <p14:creationId xmlns:p14="http://schemas.microsoft.com/office/powerpoint/2010/main" val="44366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AC1A2-FAAA-ACAA-FBE9-DD836188E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i="1" dirty="0"/>
              <a:t>Считать данные с *</a:t>
            </a:r>
            <a:r>
              <a:rPr lang="en-US" sz="4400" b="1" i="1" dirty="0"/>
              <a:t>.csv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BC864D-1DE7-C3DB-7B18-1C3A45C4B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77383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/>
              <a:t>В связи с тем, что Яндекс был временно недоступен, </a:t>
            </a:r>
            <a:r>
              <a:rPr lang="ru-RU" sz="2800" dirty="0" err="1"/>
              <a:t>перезалил</a:t>
            </a:r>
            <a:r>
              <a:rPr lang="ru-RU" sz="2800" dirty="0"/>
              <a:t> предоставленный файл в </a:t>
            </a:r>
            <a:r>
              <a:rPr lang="en-US" sz="2800" dirty="0"/>
              <a:t>google </a:t>
            </a:r>
            <a:r>
              <a:rPr lang="ru-RU" sz="2800" dirty="0"/>
              <a:t>диск и обращался, соответственно, к нему.  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193682-0BA4-24CA-EAE9-592FDF093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419" y="1690688"/>
            <a:ext cx="4890090" cy="474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08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297FB-B9CD-1D9F-A0BF-5063B2A4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Загрузка в </a:t>
            </a:r>
            <a:r>
              <a:rPr lang="ru-RU" dirty="0" err="1"/>
              <a:t>графовою</a:t>
            </a:r>
            <a:r>
              <a:rPr lang="ru-RU" dirty="0"/>
              <a:t> 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786D48-9364-01A5-B87A-15CA8568B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29911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Так как изначально в задании приоритетной была указана БД </a:t>
            </a:r>
            <a:r>
              <a:rPr lang="en-US" dirty="0"/>
              <a:t>neo4j</a:t>
            </a:r>
            <a:r>
              <a:rPr lang="ru-RU" dirty="0"/>
              <a:t>, загрузка данных была произведена именно туда.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784752-F6B4-1DDE-F02F-BD5077A09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872" y="1593474"/>
            <a:ext cx="2966261" cy="245669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74E6905-CBDD-DD58-7513-1FD91EA61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955" y="4001294"/>
            <a:ext cx="2848178" cy="232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54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6935DB3-024E-AB95-2FD4-4B59E7344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5257800" cy="9685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Большинство</a:t>
            </a:r>
            <a:r>
              <a:rPr lang="en-US" dirty="0"/>
              <a:t> </a:t>
            </a:r>
            <a:r>
              <a:rPr lang="ru-RU" dirty="0"/>
              <a:t>графов имеют 3 узла и 2 вершины и никак не связаны между собой.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8B85909-EEDB-A5F4-E571-BD2A5B1FE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996" y="1904647"/>
            <a:ext cx="4367804" cy="356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32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A11236-F7BD-C97C-F5FB-D31FEDD3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5765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50A14F"/>
                </a:solidFill>
                <a:effectLst/>
              </a:rPr>
              <a:t>MATCH</a:t>
            </a:r>
            <a:r>
              <a:rPr lang="en-US" sz="2200" dirty="0">
                <a:solidFill>
                  <a:srgbClr val="151E29"/>
                </a:solidFill>
                <a:effectLst/>
              </a:rPr>
              <a:t> p</a:t>
            </a:r>
            <a:r>
              <a:rPr lang="en-US" sz="2200" dirty="0">
                <a:solidFill>
                  <a:srgbClr val="586E75"/>
                </a:solidFill>
                <a:effectLst/>
              </a:rPr>
              <a:t>=(:</a:t>
            </a:r>
            <a:r>
              <a:rPr lang="en-US" sz="2200" dirty="0">
                <a:solidFill>
                  <a:srgbClr val="151E29"/>
                </a:solidFill>
                <a:effectLst/>
              </a:rPr>
              <a:t>Person</a:t>
            </a:r>
            <a:r>
              <a:rPr lang="en-US" sz="2200" dirty="0">
                <a:solidFill>
                  <a:srgbClr val="586E75"/>
                </a:solidFill>
                <a:effectLst/>
              </a:rPr>
              <a:t>)-[:</a:t>
            </a:r>
            <a:r>
              <a:rPr lang="en-US" sz="2200" dirty="0">
                <a:solidFill>
                  <a:srgbClr val="151E29"/>
                </a:solidFill>
                <a:effectLst/>
              </a:rPr>
              <a:t>EVENT</a:t>
            </a:r>
            <a:r>
              <a:rPr lang="en-US" sz="2200" dirty="0">
                <a:solidFill>
                  <a:srgbClr val="586E75"/>
                </a:solidFill>
                <a:effectLst/>
              </a:rPr>
              <a:t>*</a:t>
            </a:r>
            <a:r>
              <a:rPr lang="en-US" sz="2200" dirty="0">
                <a:solidFill>
                  <a:srgbClr val="0184BC"/>
                </a:solidFill>
                <a:effectLst/>
              </a:rPr>
              <a:t>2</a:t>
            </a:r>
            <a:r>
              <a:rPr lang="en-US" sz="2200" dirty="0">
                <a:solidFill>
                  <a:srgbClr val="586E75"/>
                </a:solidFill>
                <a:effectLst/>
              </a:rPr>
              <a:t>..]-(:</a:t>
            </a:r>
            <a:r>
              <a:rPr lang="en-US" sz="2200" dirty="0">
                <a:solidFill>
                  <a:srgbClr val="151E29"/>
                </a:solidFill>
                <a:effectLst/>
              </a:rPr>
              <a:t>Event</a:t>
            </a:r>
            <a:r>
              <a:rPr lang="en-US" sz="2200" dirty="0">
                <a:solidFill>
                  <a:srgbClr val="586E75"/>
                </a:solidFill>
                <a:effectLst/>
              </a:rPr>
              <a:t>)</a:t>
            </a:r>
            <a:r>
              <a:rPr lang="en-US" sz="2200" dirty="0">
                <a:solidFill>
                  <a:srgbClr val="151E29"/>
                </a:solidFill>
                <a:effectLst/>
              </a:rPr>
              <a:t> </a:t>
            </a:r>
            <a:r>
              <a:rPr lang="en-US" sz="2200" dirty="0">
                <a:solidFill>
                  <a:srgbClr val="50A14F"/>
                </a:solidFill>
                <a:effectLst/>
              </a:rPr>
              <a:t>RETURN</a:t>
            </a:r>
            <a:r>
              <a:rPr lang="en-US" sz="2200" dirty="0">
                <a:solidFill>
                  <a:srgbClr val="151E29"/>
                </a:solidFill>
                <a:effectLst/>
              </a:rPr>
              <a:t> p</a:t>
            </a:r>
            <a:r>
              <a:rPr lang="en-US" sz="2200" dirty="0">
                <a:solidFill>
                  <a:srgbClr val="586E75"/>
                </a:solidFill>
                <a:effectLst/>
              </a:rPr>
              <a:t>;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CA8EDB-5041-7A1E-EBE7-1185A39A5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56518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Чтобы выделить графы с большим количеством связей и, соответственно, с большим количеством вершин, использовался запрос, указанный выше.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C99C53-EF60-A9D3-0A7E-68C9B30EF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718" y="1825625"/>
            <a:ext cx="59303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589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E04201-A2C3-0511-123E-136EEDF6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Граф-звезда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41AE1-2764-C026-9CA1-2478EA39C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6943" cy="16033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Граф- звезда</a:t>
            </a:r>
            <a:r>
              <a:rPr lang="en-US" dirty="0"/>
              <a:t>. </a:t>
            </a:r>
            <a:r>
              <a:rPr lang="ru-RU" dirty="0"/>
              <a:t>Визуально видно, что ключевым узлом является </a:t>
            </a:r>
            <a:r>
              <a:rPr lang="en-US" dirty="0"/>
              <a:t>“</a:t>
            </a:r>
            <a:r>
              <a:rPr lang="ru-RU" dirty="0">
                <a:effectLst/>
              </a:rPr>
              <a:t>Ахромеева Алина Ивановна</a:t>
            </a:r>
            <a:r>
              <a:rPr lang="en-US" dirty="0">
                <a:effectLst/>
              </a:rPr>
              <a:t>”</a:t>
            </a:r>
            <a:r>
              <a:rPr lang="ru-RU" dirty="0">
                <a:effectLst/>
              </a:rPr>
              <a:t>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5C2A94-20E9-9E92-80A3-2ADA20C5D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3" y="1825623"/>
            <a:ext cx="6158371" cy="487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196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0E9D2B-9612-F44E-E17A-CCD9390EC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Граф-звезда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5B0985-8E80-0A91-0B7C-D7D966B4C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52461" cy="13255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Графы, аналогичные предыдущему.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C6F618-5A59-6ADF-C801-DC26D903D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661" y="1825623"/>
            <a:ext cx="3545633" cy="43513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A0CA3E-3BC7-E9C7-CA8B-64DBF121D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294" y="1831839"/>
            <a:ext cx="4055707" cy="434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32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088BC-0497-F204-31FD-2761F25D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6C68B1-21E4-20DC-F1A8-F877F4B2E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основе вышеуказанных графах можно сделать вывод, кто являлся ключевым персонажем в череде несвязанных событий</a:t>
            </a:r>
          </a:p>
        </p:txBody>
      </p:sp>
    </p:spTree>
    <p:extLst>
      <p:ext uri="{BB962C8B-B14F-4D97-AF65-F5344CB8AC3E}">
        <p14:creationId xmlns:p14="http://schemas.microsoft.com/office/powerpoint/2010/main" val="230533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4E03D69-46AC-3BCE-824C-69FC2E22A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9114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Два графа, связанные через событие</a:t>
            </a:r>
            <a:r>
              <a:rPr lang="en-US" dirty="0"/>
              <a:t> 218462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AA774A-D5BA-CF35-5C03-F34160A7D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314" y="1825625"/>
            <a:ext cx="5747657" cy="435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27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E6AC95-E8C1-380F-B745-1BEEA481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Замкнутый граф (цикл)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FCDEDD-20EF-F6F8-9237-3227B27BE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20412" cy="1692016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Каждый персонаж участвует в 2х событиях, образую замкнутую цепь.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A02E35-DE1E-1638-BA58-ED6BF61F5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612" y="1825625"/>
            <a:ext cx="59730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6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BEC9C5F-D910-AC5F-252F-7094051AD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60371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Ключевым персонажем является </a:t>
            </a:r>
            <a:r>
              <a:rPr lang="ru-RU" dirty="0" err="1"/>
              <a:t>Бугайчук</a:t>
            </a:r>
            <a:r>
              <a:rPr lang="ru-RU" dirty="0"/>
              <a:t> Роман Эдуардович.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647299-ECA7-CFEA-7BC2-861ACC84A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71" y="1825625"/>
            <a:ext cx="4683968" cy="435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636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177</Words>
  <Application>Microsoft Office PowerPoint</Application>
  <PresentationFormat>Широкоэкранный</PresentationFormat>
  <Paragraphs>18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Тестовое задание</vt:lpstr>
      <vt:lpstr>Считать данные с *.csv</vt:lpstr>
      <vt:lpstr>Загрузка в графовою БД</vt:lpstr>
      <vt:lpstr>Презентация PowerPoint</vt:lpstr>
      <vt:lpstr>MATCH p=(:Person)-[:EVENT*2..]-(:Event) RETURN p; </vt:lpstr>
      <vt:lpstr>Граф-звезда</vt:lpstr>
      <vt:lpstr>Граф-звезда</vt:lpstr>
      <vt:lpstr>Выводы</vt:lpstr>
      <vt:lpstr>Презентация PowerPoint</vt:lpstr>
      <vt:lpstr>Замкнутый граф (цикл)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Тестовое задание</dc:title>
  <dc:creator>Янин Алексей</dc:creator>
  <cp:lastModifiedBy>Янин Алексей</cp:lastModifiedBy>
  <cp:revision>12</cp:revision>
  <dcterms:created xsi:type="dcterms:W3CDTF">2023-03-07T17:21:35Z</dcterms:created>
  <dcterms:modified xsi:type="dcterms:W3CDTF">2023-03-10T06:28:12Z</dcterms:modified>
</cp:coreProperties>
</file>